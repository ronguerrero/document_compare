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23% YoY to $4.82B</a:t>
            </a:r>
          </a:p>
          <a:p>
            <a:r>
              <a:t>Cloud Platform segment leads with 31% growth</a:t>
            </a:r>
          </a:p>
          <a:p>
            <a:r>
              <a:t>Operating margin expanded to 30.1%</a:t>
            </a:r>
          </a:p>
          <a:p>
            <a:r>
              <a:t>Raised FY2026 guidance to $20.5B-$21.0B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Platform: $2.41B (50% of total, +31% YoY)</a:t>
            </a:r>
          </a:p>
          <a:p>
            <a:r>
              <a:t>AI &amp; Analytics: $1.21B (25% of total, +29% YoY)</a:t>
            </a:r>
          </a:p>
          <a:p>
            <a:r>
              <a:t>Cybersecurity: $723M (15% of total, +15% YoY)</a:t>
            </a:r>
          </a:p>
          <a:p>
            <a:r>
              <a:t>Professional Services: $482M (10% of total, +8% YoY)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Gross Margin: 70.1% (up 210bps YoY)</a:t>
            </a:r>
          </a:p>
          <a:p>
            <a:r>
              <a:t>Free Cash Flow: $1.62B (+41% YoY)</a:t>
            </a:r>
          </a:p>
          <a:p>
            <a:r>
              <a:t>Net Income: $1.18B (+45% YoY)</a:t>
            </a:r>
          </a:p>
          <a:p>
            <a:r>
              <a:t>EPS: $2.94 (beat consensus by 9.7%)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 AI platform adoption across enterprise customers</a:t>
            </a:r>
          </a:p>
          <a:p>
            <a:r>
              <a:t>Expand international presence, particularly in APAC and EMEA</a:t>
            </a:r>
          </a:p>
          <a:p>
            <a:r>
              <a:t>Drive cloud migration for existing on-premise customers</a:t>
            </a:r>
          </a:p>
          <a:p>
            <a:r>
              <a:t>Invest in cybersecurity capabilities through M&amp;A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Macroeconomic slowdown could impact enterprise IT spending</a:t>
            </a:r>
          </a:p>
          <a:p>
            <a:r>
              <a:t>Competitive pressure from hyperscalers (AWS, Azure, GCP)</a:t>
            </a:r>
          </a:p>
          <a:p>
            <a:r>
              <a:t>Foreign currency headwinds from strong USD (~150bps impact)</a:t>
            </a:r>
          </a:p>
          <a:p>
            <a:r>
              <a:t>Talent retention costs in AI/ML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FY2026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Revenue: $5.05B - $5.15B (21-23% YoY growth)</a:t>
            </a:r>
          </a:p>
          <a:p>
            <a:r>
              <a:t>FY2026 Revenue: $20.5B - $21.0B (raised from $19.8B-$20.3B)</a:t>
            </a:r>
          </a:p>
          <a:p>
            <a:r>
              <a:t>Operating Margin target: 31-32%</a:t>
            </a:r>
          </a:p>
          <a:p>
            <a:r>
              <a:t>FY2026 EPS: $12.80 - $13.20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